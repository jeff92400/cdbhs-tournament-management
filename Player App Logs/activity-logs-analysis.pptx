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Activity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bubble3D val="0"/>
            <c:spPr>
              <a:solidFill>
                <a:srgbClr val="EC4899"/>
              </a:solidFill>
              <a:effectLst/>
            </c:spPr>
          </c:dPt>
          <c:dPt>
            <c:idx val="5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Login Success</c:v>
                </c:pt>
                <c:pt idx="1">
                  <c:v>Admin Impersonate</c:v>
                </c:pt>
                <c:pt idx="2">
                  <c:v>Account Created</c:v>
                </c:pt>
                <c:pt idx="3">
                  <c:v>Email Confirm</c:v>
                </c:pt>
                <c:pt idx="4">
                  <c:v>Inscriptions</c:v>
                </c:pt>
                <c:pt idx="5">
                  <c:v>Login Failed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38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J.F. Rallet</c:v>
                  </c:pt>
                  <c:pt idx="1">
                    <c:v>A. Perier</c:v>
                  </c:pt>
                  <c:pt idx="2">
                    <c:v>M. Holive</c:v>
                  </c:pt>
                  <c:pt idx="3">
                    <c:v>D. Kalensky</c:v>
                  </c:pt>
                  <c:pt idx="4">
                    <c:v>C. Eymard</c:v>
                  </c:pt>
                  <c:pt idx="5">
                    <c:v>B. Delmas</c:v>
                  </c:pt>
                  <c:pt idx="6">
                    <c:v>V. Laurier</c:v>
                  </c:pt>
                  <c:pt idx="7">
                    <c:v>P. Buisson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91349" y="1581150"/>
            <a:ext cx="6561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LOGS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00500" y="2266950"/>
            <a:ext cx="1143000" cy="381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21579" y="2533650"/>
            <a:ext cx="33008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CDBHS Tournament Application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58973" y="3310830"/>
            <a:ext cx="14260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12-13,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653629"/>
            <a:ext cx="2476500" cy="1203871"/>
          </a:xfrm>
          <a:prstGeom prst="roundRect">
            <a:avLst>
              <a:gd name="adj" fmla="val 6330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653629"/>
            <a:ext cx="0" cy="120387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844129"/>
            <a:ext cx="20985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EVENTS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2106960"/>
            <a:ext cx="2098548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381000" y="3009900"/>
            <a:ext cx="2476500" cy="1203871"/>
          </a:xfrm>
          <a:prstGeom prst="roundRect">
            <a:avLst>
              <a:gd name="adj" fmla="val 6330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009900"/>
            <a:ext cx="0" cy="120387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3200400"/>
            <a:ext cx="20985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3463230"/>
            <a:ext cx="2098548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3086100" y="1653629"/>
            <a:ext cx="2476500" cy="1203871"/>
          </a:xfrm>
          <a:prstGeom prst="roundRect">
            <a:avLst>
              <a:gd name="adj" fmla="val 6330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05150" y="1653629"/>
            <a:ext cx="0" cy="120387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4700" y="1844129"/>
            <a:ext cx="20985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4700" y="2106960"/>
            <a:ext cx="2098548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3086100" y="3009900"/>
            <a:ext cx="2476500" cy="1203871"/>
          </a:xfrm>
          <a:prstGeom prst="roundRect">
            <a:avLst>
              <a:gd name="adj" fmla="val 6330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105150" y="3009900"/>
            <a:ext cx="0" cy="1203871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4700" y="3200400"/>
            <a:ext cx="20985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ACCOUNTS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4700" y="3463230"/>
            <a:ext cx="2098548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5791200" y="1539329"/>
            <a:ext cx="2971800" cy="1735336"/>
          </a:xfrm>
          <a:prstGeom prst="roundRect">
            <a:avLst>
              <a:gd name="adj" fmla="val 4391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43600" y="1691729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CLUBS ACTIVE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943600" y="1941165"/>
            <a:ext cx="26670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Courbevoie La Défense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Billard Bois Colombes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Billard Club Clichois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Garenne Clamart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791200" y="3388965"/>
            <a:ext cx="2971800" cy="938957"/>
          </a:xfrm>
          <a:prstGeom prst="roundRect">
            <a:avLst>
              <a:gd name="adj" fmla="val 8115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43600" y="3541365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943600" y="3790801"/>
            <a:ext cx="27203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12-13 Jan 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0" y="4015532"/>
            <a:ext cx="27203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 hours of data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Breakdown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501580" y="1290042"/>
            <a:ext cx="3261420" cy="468511"/>
          </a:xfrm>
          <a:prstGeom prst="roundRect">
            <a:avLst>
              <a:gd name="adj" fmla="val 12198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53980" y="1437680"/>
            <a:ext cx="8215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Success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419802" y="1404342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501580" y="1853803"/>
            <a:ext cx="3261420" cy="468511"/>
          </a:xfrm>
          <a:prstGeom prst="roundRect">
            <a:avLst>
              <a:gd name="adj" fmla="val 12198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53980" y="2001441"/>
            <a:ext cx="10952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Impersonate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515201" y="196810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01580" y="2417564"/>
            <a:ext cx="3261420" cy="468511"/>
          </a:xfrm>
          <a:prstGeom prst="roundRect">
            <a:avLst>
              <a:gd name="adj" fmla="val 12198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53980" y="2565202"/>
            <a:ext cx="9408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Created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515201" y="2531864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01580" y="2981325"/>
            <a:ext cx="3261420" cy="468511"/>
          </a:xfrm>
          <a:prstGeom prst="roundRect">
            <a:avLst>
              <a:gd name="adj" fmla="val 12198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53980" y="3128963"/>
            <a:ext cx="6387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Inscriptions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515201" y="3095625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501580" y="3545086"/>
            <a:ext cx="3261420" cy="468511"/>
          </a:xfrm>
          <a:prstGeom prst="roundRect">
            <a:avLst>
              <a:gd name="adj" fmla="val 12198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53980" y="3692723"/>
            <a:ext cx="11301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Confirmations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515201" y="3659386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501580" y="4108847"/>
            <a:ext cx="3261420" cy="468511"/>
          </a:xfrm>
          <a:prstGeom prst="roundRect">
            <a:avLst>
              <a:gd name="adj" fmla="val 12198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53980" y="4256484"/>
            <a:ext cx="6881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Failed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8515201" y="4223147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81000" y="1314450"/>
          <a:ext cx="4891980" cy="323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Activity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27550" y="1141363"/>
            <a:ext cx="39121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USERS BY ACTIVITY</a:t>
            </a:r>
            <a:endParaRPr lang="en-US" sz="1050" dirty="0"/>
          </a:p>
        </p:txBody>
      </p:sp>
      <p:pic>
        <p:nvPicPr>
          <p:cNvPr id="5" name="Image 0" descr="/tmp/rasterized-gradient-e18cefd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550" y="1480393"/>
            <a:ext cx="3835450" cy="6094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60900" y="1575643"/>
            <a:ext cx="36401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J.F. Rallet (Admin)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60900" y="1754684"/>
            <a:ext cx="36401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actions</a:t>
            </a:r>
            <a:endParaRPr lang="en-US" sz="1350" dirty="0"/>
          </a:p>
        </p:txBody>
      </p:sp>
      <p:pic>
        <p:nvPicPr>
          <p:cNvPr id="8" name="Image 1" descr="/tmp/rasterized-gradient-e8f709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50" y="2166045"/>
            <a:ext cx="3835450" cy="5828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60900" y="2261295"/>
            <a:ext cx="36401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Perier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060900" y="2440335"/>
            <a:ext cx="36401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actions</a:t>
            </a:r>
            <a:endParaRPr lang="en-US" sz="1200" dirty="0"/>
          </a:p>
        </p:txBody>
      </p:sp>
      <p:pic>
        <p:nvPicPr>
          <p:cNvPr id="11" name="Image 2" descr="/tmp/rasterized-gradient-8a0dc29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50" y="2825055"/>
            <a:ext cx="3835450" cy="5828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60900" y="2920305"/>
            <a:ext cx="36401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Holive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060900" y="3099346"/>
            <a:ext cx="36401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actions</a:t>
            </a:r>
            <a:endParaRPr lang="en-US" sz="1200" dirty="0"/>
          </a:p>
        </p:txBody>
      </p:sp>
      <p:pic>
        <p:nvPicPr>
          <p:cNvPr id="14" name="Image 3" descr="/tmp/rasterized-gradient-789bab9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50" y="3484066"/>
            <a:ext cx="3835450" cy="58281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60900" y="3579316"/>
            <a:ext cx="36401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Kalensky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5060900" y="3758357"/>
            <a:ext cx="36401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actions</a:t>
            </a:r>
            <a:endParaRPr lang="en-US" sz="1200" dirty="0"/>
          </a:p>
        </p:txBody>
      </p:sp>
      <p:pic>
        <p:nvPicPr>
          <p:cNvPr id="17" name="Image 4" descr="/tmp/rasterized-gradient-cd2d0c6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550" y="4143077"/>
            <a:ext cx="3835450" cy="58281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60900" y="4238327"/>
            <a:ext cx="36401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Eymard B. Ferrari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5060900" y="4417368"/>
            <a:ext cx="36401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actions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81000" y="1314450"/>
          <a:ext cx="4317950" cy="323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Events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987177"/>
            <a:ext cx="4095750" cy="1850975"/>
          </a:xfrm>
          <a:prstGeom prst="roundRect">
            <a:avLst>
              <a:gd name="adj" fmla="val 4117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006227"/>
            <a:ext cx="409575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177677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ACCOUNTS (3)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1478607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Michel Holive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33400" y="167089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Billard Bois Colombes • 13/01 07:48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33400" y="1912739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Céline Eymard B. Ferrari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33400" y="2105025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Billard Club Clichois • 12/01 17:16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33400" y="2346871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Bernard Delmas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400" y="253915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Billard Club Clichois • 12/01 13:57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67250" y="964109"/>
            <a:ext cx="4095750" cy="1897112"/>
          </a:xfrm>
          <a:prstGeom prst="roundRect">
            <a:avLst>
              <a:gd name="adj" fmla="val 4017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7250" y="983159"/>
            <a:ext cx="409575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9650" y="1154609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INSCRIPTIONS (2)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9650" y="1455539"/>
            <a:ext cx="3790950" cy="586532"/>
          </a:xfrm>
          <a:prstGeom prst="roundRect">
            <a:avLst>
              <a:gd name="adj" fmla="val 9744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33950" y="1569839"/>
            <a:ext cx="36335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Tournoi 3 - Libre R2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933950" y="1781175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Clichy - 07/02/2026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19650" y="2137321"/>
            <a:ext cx="379095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Alain Perier - 12/01 17:41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Michel Holive - 13/01 08:19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81000" y="3392984"/>
            <a:ext cx="4095750" cy="1135112"/>
          </a:xfrm>
          <a:prstGeom prst="roundRect">
            <a:avLst>
              <a:gd name="adj" fmla="val 6713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81000" y="3412034"/>
            <a:ext cx="409575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3583484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LOGIN (1)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3400" y="3846314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michelholive@gmail.com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3400" y="404440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Reason: account_not_found - 12/01 14:33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33400" y="422910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created next day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67250" y="3120479"/>
            <a:ext cx="4095750" cy="1680121"/>
          </a:xfrm>
          <a:prstGeom prst="roundRect">
            <a:avLst>
              <a:gd name="adj" fmla="val 4535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67250" y="3139529"/>
            <a:ext cx="40957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9650" y="3310979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ACTIONS (4)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19650" y="357381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J.F. Rallet performed 4 impersonations: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19650" y="3771900"/>
            <a:ext cx="37909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Alain Perier (x2)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Michel Delabarre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Michel Holive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700" dirty="0"/>
          </a:p>
        </p:txBody>
      </p:sp>
      <p:pic>
        <p:nvPicPr>
          <p:cNvPr id="4" name="Image 0" descr="/tmp/rasterized-gradient-7d4800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149400"/>
            <a:ext cx="4095750" cy="10359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1339900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Health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1648420"/>
            <a:ext cx="378904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success rate indicates stable platform performance. Single failed login was resolved by account creation.</a:t>
            </a:r>
            <a:endParaRPr lang="en-US" sz="975" dirty="0"/>
          </a:p>
        </p:txBody>
      </p:sp>
      <p:pic>
        <p:nvPicPr>
          <p:cNvPr id="7" name="Image 1" descr="/tmp/rasterized-gradient-520788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1149400"/>
            <a:ext cx="4095750" cy="10359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57750" y="1339900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Adoption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57750" y="1648420"/>
            <a:ext cx="378904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new accounts in 24h shows healthy onboarding. Users are actively registering for upcoming tournaments.</a:t>
            </a:r>
            <a:endParaRPr lang="en-US" sz="975" dirty="0"/>
          </a:p>
        </p:txBody>
      </p:sp>
      <p:pic>
        <p:nvPicPr>
          <p:cNvPr id="10" name="Image 2" descr="/tmp/rasterized-gradient-3d7a05d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07791"/>
            <a:ext cx="4095750" cy="10359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1500" y="2998291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Activity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71500" y="3306812"/>
            <a:ext cx="378904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performing impersonations for user support. All actions logged with proper audit trail.</a:t>
            </a:r>
            <a:endParaRPr lang="en-US" sz="975" dirty="0"/>
          </a:p>
        </p:txBody>
      </p:sp>
      <p:pic>
        <p:nvPicPr>
          <p:cNvPr id="13" name="Image 3" descr="/tmp/rasterized-gradient-f5d4248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2807791"/>
            <a:ext cx="4095750" cy="10359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57750" y="2998291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Engagement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57750" y="3306812"/>
            <a:ext cx="378904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Tournoi 3 (Feb 7, Clichy) gaining registrations. Libre R2 category attracting participants.</a:t>
            </a:r>
            <a:endParaRPr lang="en-US" sz="975" dirty="0"/>
          </a:p>
        </p:txBody>
      </p:sp>
      <p:sp>
        <p:nvSpPr>
          <p:cNvPr id="16" name="Text 10"/>
          <p:cNvSpPr/>
          <p:nvPr/>
        </p:nvSpPr>
        <p:spPr>
          <a:xfrm>
            <a:off x="381000" y="4231184"/>
            <a:ext cx="8382000" cy="721816"/>
          </a:xfrm>
          <a:prstGeom prst="roundRect">
            <a:avLst>
              <a:gd name="adj" fmla="val 10557"/>
            </a:avLst>
          </a:prstGeom>
          <a:solidFill>
            <a:srgbClr val="2D35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1"/>
          <p:cNvSpPr/>
          <p:nvPr/>
        </p:nvSpPr>
        <p:spPr>
          <a:xfrm>
            <a:off x="400050" y="4231184"/>
            <a:ext cx="0" cy="721816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71500" y="4383584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71500" y="4627364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Tournoi 3 registrations • Continue user onboarding support • Track multi-club participation trends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Logs Analysis - CDBHS</dc:title>
  <dc:subject>PptxGenJS Presentation</dc:subject>
  <dc:creator>Claude</dc:creator>
  <cp:lastModifiedBy>Claude</cp:lastModifiedBy>
  <cp:revision>1</cp:revision>
  <dcterms:created xsi:type="dcterms:W3CDTF">2026-01-13T11:04:59Z</dcterms:created>
  <dcterms:modified xsi:type="dcterms:W3CDTF">2026-01-13T11:04:59Z</dcterms:modified>
</cp:coreProperties>
</file>